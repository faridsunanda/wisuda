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A865-624A-02F3-E0A0-B528F6419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EF87A-F768-109C-FB35-1194FC8FC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B6A67-1EBC-5696-3716-1BF28348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CB42-70C5-AEF4-2137-2C450E2F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5D358-3EFB-0F4C-7B76-1149A777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8992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F807-2643-44DD-9DCE-309AFA39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599B-72BF-D34F-DA99-364668E05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6BBA6-3BB2-8F53-7491-82716442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FEEB5-443D-076D-24D0-516E766F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71D45-46DC-1C53-9ED2-C1C54FD0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449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E110-2311-42A7-D73B-0CD62296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DC613-D742-0E37-EB28-92DDBE792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156DC-7C9B-7D46-961C-BF9B6274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8976B-D404-2650-9476-4ECDDAF4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53149-0A9A-D22D-B115-65FC0EC4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534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6A0E-EAD3-C9F5-7C1B-6C026DD5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679C-3A7B-322C-DA2C-67F2EAD28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5AB5E-BD2B-44AE-4FD7-3043002B3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571C2-804C-B5F4-3878-6E22DE51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68B25-14AF-0EFB-4848-ED104ABE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FFC0-E313-8056-BEFA-AA058EF4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038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8723-CDD0-0023-4B04-735C319E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037FA-9F6F-57CA-1EA1-653B468E3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886A5-5B1A-276B-7EF8-287DCAE9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F37EEF-F7ED-5419-53A7-C101CF2B0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980D0-D2C2-1211-DF90-D8752C66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A8091-2E5E-5999-1517-6AA39F56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C43E33-EDF4-8457-4B1E-5B8EB4BD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AF0E1-4DC4-F3AB-02EB-8B01241E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3860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BF92-03F9-A4CC-7E56-0C6BA12E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92E63-4F99-F90C-455D-C2DF7F51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7A030-5FD6-721C-3F41-3F400E0B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64CE0-43E4-24BE-4E74-619945B98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8502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4101E0-58F9-4C08-D5D9-E6295D4E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A9BAC-9D67-F2D5-D787-B9A4AA3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AFF3-9EE2-534E-8519-1D3DDFF2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9275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96A5-9FA1-B548-C20E-890D6DF8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D83C-4B25-9045-B061-AC39B3200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C02D0-2F66-8EF4-6E99-750761D4C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270A7-DB72-DCE4-A3DE-61CE35F0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49F20-54BE-A5CE-2B4F-2BE9E001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3DFD4-3E73-93D1-4F3A-1E35072B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650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1510-3ADC-C263-BEC7-C3256950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89E3-0AF4-ED1D-6CCF-D33C12388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33430-06F6-5362-6E9B-35F2568C2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68390-7D83-EC88-ACE7-2CB06832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1377F-7DBD-1701-D321-BF5A1E48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D4170-FEA7-7D4C-DE13-73496BC9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51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3FDE-7178-9C08-D395-C964C07A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9A9B0-5EB5-9761-425E-DCA7B3CC5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4F0C2-22C0-E67B-05D0-85A56390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3D83-00E0-A216-B61C-25CF6FFE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E8E4-E09C-045C-E318-923ACBAE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5989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C9F07-1149-4CC1-D0D7-4C9656EE3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98328-3ED3-CA06-3445-8473CB292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37F30-F43E-7374-8B29-4A0A83A4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7FF8B-766B-63F0-3490-482D08A0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26508-91ED-8CA1-4086-3D5E9F66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251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75621-89CA-42A6-0BDB-BA2E3B89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931B-5C5A-2A1E-1834-B1B1C260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9D887-B719-2F2C-A651-B771009A3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3600F-D59D-4304-B546-0C6E9500B633}" type="datetimeFigureOut">
              <a:rPr lang="id-ID" smtClean="0"/>
              <a:t>17/11/2025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1735-F88F-E5D2-A399-DFC0775EA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2DCED-5F8A-A5A5-B9D8-35634FFAB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742F0-0A1D-4506-89E5-0FA08853B6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829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E4330D5-5B3B-41F3-7505-0BB8436D2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609" y="-674189"/>
            <a:ext cx="7028779" cy="820637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F9F895F-FBF6-9532-1445-9C723C518F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43279-3459-DD42-93B0-D8F5CB91C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05" y="1243808"/>
            <a:ext cx="2916767" cy="43751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026FED-5DDD-D7AD-19D5-C022EDA2B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34262"/>
              </p:ext>
            </p:extLst>
          </p:nvPr>
        </p:nvGraphicFramePr>
        <p:xfrm>
          <a:off x="4423791" y="1239042"/>
          <a:ext cx="7279425" cy="4213873"/>
        </p:xfrm>
        <a:graphic>
          <a:graphicData uri="http://schemas.openxmlformats.org/drawingml/2006/table">
            <a:tbl>
              <a:tblPr firstRow="1" bandRow="1"/>
              <a:tblGrid>
                <a:gridCol w="2357477">
                  <a:extLst>
                    <a:ext uri="{9D8B030D-6E8A-4147-A177-3AD203B41FA5}">
                      <a16:colId xmlns:a16="http://schemas.microsoft.com/office/drawing/2014/main" val="25259810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46739978"/>
                    </a:ext>
                  </a:extLst>
                </a:gridCol>
                <a:gridCol w="4713668">
                  <a:extLst>
                    <a:ext uri="{9D8B030D-6E8A-4147-A177-3AD203B41FA5}">
                      <a16:colId xmlns:a16="http://schemas.microsoft.com/office/drawing/2014/main" val="3881294309"/>
                    </a:ext>
                  </a:extLst>
                </a:gridCol>
              </a:tblGrid>
              <a:tr h="567125">
                <a:tc>
                  <a:txBody>
                    <a:bodyPr/>
                    <a:lstStyle/>
                    <a:p>
                      <a:r>
                        <a:rPr lang="id-ID" sz="2400" b="1" dirty="0"/>
                        <a:t>Nama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Hairudin Farid Sunanda, S.Kom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73069"/>
                  </a:ext>
                </a:extLst>
              </a:tr>
              <a:tr h="537788">
                <a:tc>
                  <a:txBody>
                    <a:bodyPr/>
                    <a:lstStyle/>
                    <a:p>
                      <a:r>
                        <a:rPr lang="id-ID" sz="2400" b="1" dirty="0"/>
                        <a:t>NIM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21103041039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51682"/>
                  </a:ext>
                </a:extLst>
              </a:tr>
              <a:tr h="611484">
                <a:tc>
                  <a:txBody>
                    <a:bodyPr/>
                    <a:lstStyle/>
                    <a:p>
                      <a:r>
                        <a:rPr lang="id-ID" sz="2400" b="1" dirty="0"/>
                        <a:t>Tempat, Tanggal Lahir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Bengkulu, 23 Desember 2003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894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2400" b="1" dirty="0"/>
                        <a:t>Judul Skripsi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/>
                        <a:t>Sistem Deteksi Senyum Berbasis Convolutional Neural Network (CNN) </a:t>
                      </a:r>
                    </a:p>
                    <a:p>
                      <a:r>
                        <a:rPr lang="id-ID" sz="2400" b="1" dirty="0"/>
                        <a:t>Untuk Autentikasi Pintu Geser Otomatis</a:t>
                      </a:r>
                    </a:p>
                    <a:p>
                      <a:endParaRPr lang="id-ID" sz="24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09377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D32CE17F-386B-ED5C-939C-1982C4A3B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219" y="51516"/>
            <a:ext cx="2279561" cy="54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17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faridsunanda4@gmail.com</dc:creator>
  <cp:lastModifiedBy>faridsunanda4@gmail.com</cp:lastModifiedBy>
  <cp:revision>2</cp:revision>
  <dcterms:created xsi:type="dcterms:W3CDTF">2025-11-17T06:39:39Z</dcterms:created>
  <dcterms:modified xsi:type="dcterms:W3CDTF">2025-11-17T06:51:48Z</dcterms:modified>
</cp:coreProperties>
</file>